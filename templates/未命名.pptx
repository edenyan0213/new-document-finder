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0" y="2834640"/>
            <a:ext cx="5120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B0B0B0"/>
                </a:solidFill>
              </a:defRPr>
            </a:pPr>
            <a:r>
              <a:t>未命名演示文稿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